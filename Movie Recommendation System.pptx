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DB911-7A0D-4B1E-B695-511C7BBA41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73473-CB9B-4D98-8C98-711D4AD399E6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movierecomsystems-wckwpia3zs4pmphrcmiaat.streamlit.app/" TargetMode="Externa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764" y="3013502"/>
            <a:ext cx="11349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RECOMMENDATION SYSTEM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5105737"/>
            <a:ext cx="488308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Ramdarsh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 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Suyeba Anjum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Rakesh M 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Kaushik V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Sophiya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Joseph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Thundathil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Jyothika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5608" y="0"/>
            <a:ext cx="109162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0787" y="1423447"/>
            <a:ext cx="11623250" cy="44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6181" y="0"/>
            <a:ext cx="110764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413" y="1414021"/>
            <a:ext cx="1203802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uild a system that suggests movies to users based on their preferences</a:t>
            </a:r>
            <a:endParaRPr lang="en-IN" dirty="0">
              <a:latin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was collected by web scraping; it was scraped from IMDb, resulting in a dataset of 10,000 entries.</a:t>
            </a:r>
            <a:endParaRPr lang="en-US" b="0" i="0" dirty="0">
              <a:solidFill>
                <a:srgbClr val="D1D5D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solidFill>
                <a:srgbClr val="D1D5D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solidFill>
                <a:srgbClr val="D1D5D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Technique Used:</a:t>
            </a:r>
            <a:endParaRPr lang="en-US" sz="2000" b="1" dirty="0">
              <a:solidFill>
                <a:srgbClr val="D1D5D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 is used to match movies based on their descriptions.</a:t>
            </a:r>
            <a:endParaRPr lang="en-US" dirty="0">
              <a:solidFill>
                <a:srgbClr val="D1D5D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 dirty="0">
              <a:solidFill>
                <a:srgbClr val="D1D5D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D1D5D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Outcomes:</a:t>
            </a:r>
            <a:endParaRPr lang="en-US" sz="2000" b="1" i="0" dirty="0">
              <a:solidFill>
                <a:srgbClr val="D1D5D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0" i="0" dirty="0">
                <a:solidFill>
                  <a:srgbClr val="D1D5D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will suggest movies that are similar to the one provided by the user.</a:t>
            </a:r>
            <a:endParaRPr lang="en-US" b="0" i="0" dirty="0">
              <a:solidFill>
                <a:srgbClr val="D1D5D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0"/>
            <a:ext cx="93231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14" y="1600994"/>
            <a:ext cx="1612377" cy="12003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73431" y="1527142"/>
            <a:ext cx="7645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from IMDB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Shape: (10100, 12)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Datatypes: Contains values of type Object, float and integer.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72" y="3732138"/>
            <a:ext cx="1800519" cy="20653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07443" y="4043158"/>
            <a:ext cx="93231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the datatypes for each feature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null values and replaced it with mean of the particular column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536" y="0"/>
            <a:ext cx="11698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36" y="1204338"/>
            <a:ext cx="4873658" cy="30000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847" y="1204338"/>
            <a:ext cx="6067617" cy="29575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8536" y="4600280"/>
            <a:ext cx="11613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Drama, Romance is the top Genre with an average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100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with highest rating of all time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540" y="400168"/>
            <a:ext cx="5148000" cy="27568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77" y="400168"/>
            <a:ext cx="5840283" cy="27205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40" y="3701016"/>
            <a:ext cx="5148000" cy="25300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177" y="3716152"/>
            <a:ext cx="5926931" cy="25149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83" y="150828"/>
            <a:ext cx="4503989" cy="31011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440" y="150827"/>
            <a:ext cx="6919560" cy="31011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3" y="3587198"/>
            <a:ext cx="4916504" cy="31199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853" y="3587199"/>
            <a:ext cx="6224976" cy="3101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524" y="0"/>
            <a:ext cx="115855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997565"/>
            <a:ext cx="121920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aking the required textual features from a </a:t>
            </a:r>
            <a:r>
              <a:rPr lang="en-US" b="0" i="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featureset</a:t>
            </a:r>
            <a:r>
              <a:rPr lang="en-US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using them to build a corpus for further analysis or training</a:t>
            </a:r>
            <a:endParaRPr lang="en-US" b="0" i="0" dirty="0"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using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TextVectorization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layer from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tensorflow.keras.layers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textual data into numerical representations 	that 	can be used for analysis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normalization, or Euclidean normalization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to scales individual vectors to have a Euclidean norm of 1 using 	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tf.math.l2_normalize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from TensorFlow.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COSINESIMILARITY: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cosineSimilarity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how similar two movies are</a:t>
            </a: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 ranges from -1 (completely dissimilar) to 1 	(completely similar), with 0 indicating orthogonality (no similarity).</a:t>
            </a:r>
            <a:endParaRPr lang="en-IN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670" y="0"/>
            <a:ext cx="11576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951" y="1608137"/>
            <a:ext cx="5759777" cy="4198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1" y="2508388"/>
            <a:ext cx="56026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Defining a function – recommend</a:t>
            </a:r>
            <a:endParaRPr lang="en-IN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call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 with the name of a movie, it retrieves the similarity scores for that movie from the precomputed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movieSimilarity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matrix, sorts them in descending order, and then prints the movies along with a header indicating the input movie.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2045" y="0"/>
            <a:ext cx="105014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99" y="952108"/>
            <a:ext cx="6501459" cy="5326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83224" y="2106270"/>
            <a:ext cx="46002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has been deployed using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streamlit.io</a:t>
            </a:r>
            <a:r>
              <a:rPr lang="en-US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It takes the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movie name </a:t>
            </a:r>
            <a:r>
              <a:rPr lang="en-US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recommendations </a:t>
            </a:r>
            <a:r>
              <a:rPr lang="en-US" b="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required from the user, provides movies similar to the one specified by the user.</a:t>
            </a:r>
            <a:endParaRPr lang="en-US" b="0" i="0" dirty="0"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D1D5DB"/>
              </a:solidFill>
              <a:latin typeface="Söhne"/>
            </a:endParaRP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https://movierecomsystems-wckwpia3zs4pmphrcmiaat.streamlit.app/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15851" y="3044280"/>
            <a:ext cx="75602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0</TotalTime>
  <Words>2260</Words>
  <Application>WPS Presentation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Söhne</vt:lpstr>
      <vt:lpstr>Century Gothic</vt:lpstr>
      <vt:lpstr>Microsoft YaHei</vt:lpstr>
      <vt:lpstr>Arial Unicode MS</vt:lpstr>
      <vt:lpstr>Calibri</vt:lpstr>
      <vt:lpstr>Segoe Print</vt:lpstr>
      <vt:lpstr>Vapor Trail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Suyeba Anjum</dc:creator>
  <cp:lastModifiedBy>ramda</cp:lastModifiedBy>
  <cp:revision>2</cp:revision>
  <dcterms:created xsi:type="dcterms:W3CDTF">2023-10-23T13:20:00Z</dcterms:created>
  <dcterms:modified xsi:type="dcterms:W3CDTF">2023-12-15T17:59:57Z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B839BE88DED84A0EB24BE22B4042DE6D_12</vt:lpwstr>
  </property>
  <property fmtid="{D5CDD505-2E9C-101B-9397-08002B2CF9AE}" pid="3" name="KSOProductBuildVer">
    <vt:lpwstr>1033-12.2.0.13359</vt:lpwstr>
  </property>
</Properties>
</file>